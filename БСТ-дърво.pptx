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68464" y="664028"/>
            <a:ext cx="8825658" cy="3329581"/>
          </a:xfrm>
        </p:spPr>
        <p:txBody>
          <a:bodyPr/>
          <a:lstStyle/>
          <a:p>
            <a:pPr algn="ctr"/>
            <a:r>
              <a:rPr lang="bg-BG" sz="9600" dirty="0" smtClean="0"/>
              <a:t>БСТ-дърво</a:t>
            </a:r>
            <a:endParaRPr lang="en-US" sz="9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bg-BG" dirty="0" smtClean="0"/>
              <a:t>Пламен Георгиев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530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z="8000" dirty="0" smtClean="0"/>
              <a:t>Въведение</a:t>
            </a:r>
            <a:endParaRPr lang="en-US" sz="8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bg-BG" sz="4000" dirty="0" smtClean="0"/>
              <a:t>Задачата е направена във </a:t>
            </a:r>
            <a:r>
              <a:rPr lang="en-US" sz="4000" dirty="0" smtClean="0"/>
              <a:t>visual studio </a:t>
            </a:r>
            <a:r>
              <a:rPr lang="bg-BG" sz="4000" dirty="0" smtClean="0"/>
              <a:t>със </a:t>
            </a:r>
            <a:r>
              <a:rPr lang="en-US" sz="4000" dirty="0" smtClean="0"/>
              <a:t>C#</a:t>
            </a:r>
            <a:r>
              <a:rPr lang="bg-BG" sz="4000" dirty="0" smtClean="0"/>
              <a:t>и представя дървовидна структура от данни(</a:t>
            </a:r>
            <a:r>
              <a:rPr lang="en-US" sz="4000" dirty="0" smtClean="0"/>
              <a:t>BSD</a:t>
            </a:r>
            <a:r>
              <a:rPr lang="bg-BG" sz="4000" dirty="0" smtClean="0"/>
              <a:t>), която позволява добавяне, търсене, изтриване и визуализиране на елементи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013222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Класът </a:t>
            </a:r>
            <a:r>
              <a:rPr lang="en-US" dirty="0" err="1"/>
              <a:t>B</a:t>
            </a:r>
            <a:r>
              <a:rPr lang="en-US" dirty="0" err="1" smtClean="0"/>
              <a:t>inarySearchTree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210322" y="2536261"/>
            <a:ext cx="9379491" cy="280076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bg-BG" sz="4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Този клас е за всички</a:t>
            </a:r>
          </a:p>
          <a:p>
            <a:pPr algn="ctr"/>
            <a:r>
              <a:rPr lang="bg-BG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и</a:t>
            </a:r>
            <a:r>
              <a:rPr lang="bg-BG" sz="4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зползвани методи в задачата</a:t>
            </a:r>
          </a:p>
          <a:p>
            <a:pPr algn="ctr"/>
            <a:r>
              <a:rPr lang="bg-BG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к</a:t>
            </a:r>
            <a:r>
              <a:rPr lang="bg-BG" sz="4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ато след всеки метод</a:t>
            </a:r>
          </a:p>
          <a:p>
            <a:pPr algn="ctr"/>
            <a:r>
              <a:rPr lang="bg-BG" sz="4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ме връща в корена на дървото  </a:t>
            </a:r>
            <a:endParaRPr lang="en-US" sz="4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14068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Класът </a:t>
            </a:r>
            <a:r>
              <a:rPr lang="en-US" dirty="0" err="1"/>
              <a:t>B</a:t>
            </a:r>
            <a:r>
              <a:rPr lang="en-US" dirty="0" err="1" smtClean="0"/>
              <a:t>inarySearchTree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87655" y="2165760"/>
            <a:ext cx="3924089" cy="66887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05840" y="2165759"/>
            <a:ext cx="434263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bg-BG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Корен на дървото</a:t>
            </a:r>
            <a:endParaRPr 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654" y="3147151"/>
            <a:ext cx="5842407" cy="34757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6111" y="4117355"/>
            <a:ext cx="4342632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bg-BG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Вмъкване на елемент</a:t>
            </a:r>
            <a:endParaRPr 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30633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Класът </a:t>
            </a:r>
            <a:r>
              <a:rPr lang="en-US" dirty="0" err="1"/>
              <a:t>B</a:t>
            </a:r>
            <a:r>
              <a:rPr lang="en-US" dirty="0" err="1" smtClean="0"/>
              <a:t>inarySearchTree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46111" y="1853248"/>
            <a:ext cx="4342632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bg-BG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Търсене на елемент</a:t>
            </a:r>
            <a:endParaRPr 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6111" y="4117355"/>
            <a:ext cx="4342632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bg-BG" sz="32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Изтриване на елемент</a:t>
            </a:r>
            <a:endParaRPr 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2153" y="1853248"/>
            <a:ext cx="5456041" cy="107721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2153" y="3959469"/>
            <a:ext cx="4862042" cy="1030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67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Класът </a:t>
            </a:r>
            <a:r>
              <a:rPr lang="en-US" dirty="0" err="1"/>
              <a:t>B</a:t>
            </a:r>
            <a:r>
              <a:rPr lang="en-US" dirty="0" err="1" smtClean="0"/>
              <a:t>inarySearchTree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46111" y="3222651"/>
            <a:ext cx="434263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bg-BG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Извеждане на елементите от дървото</a:t>
            </a:r>
            <a:endParaRPr 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019" y="3222651"/>
            <a:ext cx="4578712" cy="1346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986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Класът </a:t>
            </a:r>
            <a:r>
              <a:rPr lang="en-US" dirty="0" smtClean="0"/>
              <a:t>node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sz="3200" dirty="0" smtClean="0"/>
              <a:t>Класът</a:t>
            </a:r>
            <a:r>
              <a:rPr lang="en-US" sz="3200" dirty="0" smtClean="0"/>
              <a:t> node </a:t>
            </a:r>
            <a:r>
              <a:rPr lang="bg-BG" sz="3200" dirty="0" smtClean="0"/>
              <a:t>позволявя на дървото да расте наляво и надясно от корена като може да е само наляво или само надясно</a:t>
            </a:r>
          </a:p>
          <a:p>
            <a:r>
              <a:rPr lang="bg-BG" sz="3200" dirty="0" smtClean="0"/>
              <a:t>Всяко едно от децата може да е от всеки вид(</a:t>
            </a:r>
            <a:r>
              <a:rPr lang="en-US" sz="3200" dirty="0" err="1" smtClean="0"/>
              <a:t>int</a:t>
            </a:r>
            <a:r>
              <a:rPr lang="en-US" sz="3200" dirty="0" smtClean="0"/>
              <a:t>, string </a:t>
            </a:r>
            <a:r>
              <a:rPr lang="bg-BG" sz="3200" dirty="0" smtClean="0"/>
              <a:t>и тн)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3948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Класът </a:t>
            </a:r>
            <a:r>
              <a:rPr lang="en-US" dirty="0" smtClean="0"/>
              <a:t>node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561" y="1545080"/>
            <a:ext cx="5707821" cy="4943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061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Какво извежда на конзолата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181" y="1712795"/>
            <a:ext cx="8737035" cy="393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6713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126</TotalTime>
  <Words>120</Words>
  <Application>Microsoft Office PowerPoint</Application>
  <PresentationFormat>Widescreen</PresentationFormat>
  <Paragraphs>22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Ion</vt:lpstr>
      <vt:lpstr>БСТ-дърво</vt:lpstr>
      <vt:lpstr>Въведение</vt:lpstr>
      <vt:lpstr>Класът BinarySearchTree</vt:lpstr>
      <vt:lpstr>Класът BinarySearchTree</vt:lpstr>
      <vt:lpstr>Класът BinarySearchTree</vt:lpstr>
      <vt:lpstr>Класът BinarySearchTree</vt:lpstr>
      <vt:lpstr>Класът node</vt:lpstr>
      <vt:lpstr>Класът node</vt:lpstr>
      <vt:lpstr>Какво извежда на конзолата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БСТ-дърво</dc:title>
  <dc:creator>student</dc:creator>
  <cp:lastModifiedBy>student</cp:lastModifiedBy>
  <cp:revision>10</cp:revision>
  <dcterms:created xsi:type="dcterms:W3CDTF">2026-01-12T06:46:45Z</dcterms:created>
  <dcterms:modified xsi:type="dcterms:W3CDTF">2026-01-14T07:31:46Z</dcterms:modified>
</cp:coreProperties>
</file>